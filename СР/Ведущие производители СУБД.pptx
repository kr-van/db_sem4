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Manrope" panose="020B0604020202020204" charset="0"/>
      <p:regular r:id="rId13"/>
    </p:embeddedFont>
    <p:embeddedFont>
      <p:font typeface="Prata" panose="020B0604020202020204" charset="-52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708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62886" y="818948"/>
            <a:ext cx="2949106" cy="2002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Ведущие </a:t>
            </a:r>
            <a:r>
              <a:rPr lang="en-US" sz="2800" dirty="0" err="1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производители</a:t>
            </a:r>
            <a:r>
              <a:rPr lang="en-US" sz="28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СУБД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62886" y="3286867"/>
            <a:ext cx="260701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ru-RU" sz="1400" dirty="0">
                <a:solidFill>
                  <a:srgbClr val="BDA189"/>
                </a:solidFill>
                <a:latin typeface="Manrope" pitchFamily="34" charset="0"/>
              </a:rPr>
              <a:t>Работу выполнил: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ru-RU" sz="1400" dirty="0">
                <a:solidFill>
                  <a:srgbClr val="BDA189"/>
                </a:solidFill>
                <a:latin typeface="Manrope" pitchFamily="34" charset="0"/>
              </a:rPr>
              <a:t>Студент группы ИВТ-2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ru-RU" sz="1400" dirty="0">
                <a:solidFill>
                  <a:srgbClr val="BDA189"/>
                </a:solidFill>
                <a:latin typeface="Manrope" pitchFamily="34" charset="0"/>
              </a:rPr>
              <a:t>Кротов Иван Сергеевич</a:t>
            </a:r>
            <a:endParaRPr lang="en-US" sz="1400" dirty="0"/>
          </a:p>
        </p:txBody>
      </p:sp>
      <p:pic>
        <p:nvPicPr>
          <p:cNvPr id="7" name="Рисунок 6" descr="Базы данных">
            <a:extLst>
              <a:ext uri="{FF2B5EF4-FFF2-40B4-BE49-F238E27FC236}">
                <a16:creationId xmlns:a16="http://schemas.microsoft.com/office/drawing/2014/main" id="{10A52A5E-D163-0E98-E231-364A1B8C4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67" y="818947"/>
            <a:ext cx="4674141" cy="350560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551E2C6-4B77-3D0C-0306-63F38174F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787" y="4714815"/>
            <a:ext cx="1705213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Что такое СУБД?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89309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СУБД (система управления базами данных) — программный комплекс для создания, хранения, поиска и защиты данных. Обеспечивает: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2701082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структурированное хранение и доступ;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транзакционную целостность и безопасность;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инструменты для резервного копирования и восстановления;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возможности для аналитики и масштабирования.</a:t>
            </a:r>
            <a:endParaRPr lang="en-US" sz="11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D17305-FF51-74B6-ACF1-83110D7DB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787" y="4714815"/>
            <a:ext cx="1705213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354735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8258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Oracle Database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38176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Мощная корпоративная реляционная СУБД, ориентированная на </a:t>
            </a:r>
            <a:r>
              <a:rPr lang="en-US" sz="1100" dirty="0" err="1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крупные</a:t>
            </a: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100" dirty="0" err="1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тран</a:t>
            </a:r>
            <a:r>
              <a:rPr lang="ru-RU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</a:t>
            </a:r>
            <a:r>
              <a:rPr lang="en-US" sz="1100" dirty="0" err="1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акционные</a:t>
            </a: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нагрузки и корпоративные приложения. Преимущества: высокая масштабируемость, богатый набор функций (репликация, шардирование, безопасность) и оптимизации для OLTP/OLAP.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131716"/>
            <a:ext cx="4722763" cy="829196"/>
          </a:xfrm>
          <a:prstGeom prst="roundRect">
            <a:avLst>
              <a:gd name="adj" fmla="val 2565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77" y="3351535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5816" y="3308896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Часто используется в банковской сфере, телекомах и крупных ERP-проектах.</a:t>
            </a:r>
            <a:endParaRPr lang="en-US" sz="11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B8B835-61D2-F5A0-F3A8-3AE2DCCBD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787" y="4714815"/>
            <a:ext cx="1705213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95995"/>
            <a:ext cx="41829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Microsoft SQL Server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95158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Реляционная СУБД от Microsoft с развитой экосистемой инструментов (SSMS, Integration Services, Analysis Services). Хорошая интеграция с Windows/.NET, удобные средства администрирования и поддержки BI-сценариев.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18309"/>
            <a:ext cx="4722763" cy="829196"/>
          </a:xfrm>
          <a:prstGeom prst="roundRect">
            <a:avLst>
              <a:gd name="adj" fmla="val 2565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77" y="3238128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5816" y="3195489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Широко применяется в корпоративных средах и средних IT-проектах, особенно там где используется стек Microsoft.</a:t>
            </a:r>
            <a:endParaRPr lang="en-US" sz="11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AA10DE1-BDCB-F5C7-3D73-97CE14712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787" y="4714815"/>
            <a:ext cx="1705213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094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MySQL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6505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Популярная СУБД с открытым исходным кодом, часто выбираемая для веб-приложений и стартапов. Отличается простотой настройки, скоростью при типичных веб-нагрузках и широкой поддержкой хостингов.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431777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37877" y="25735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Когда выбирать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880047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Веб-сервисы, CMS, приложения с предсказуемой нагрузкой.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3390379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637877" y="35321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Ограничения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7877" y="3838649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Менее гибкая расширяемость для сложных транзакционных сценариев по сравнению с Oracle/Postgres.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9599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PostgreSQL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95158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Объектно-реляционная СУБД с открытым исходным кодом, известная строгим соответствием стандартам SQL, расширяемостью и поддержкой сложных типов данных (JSON, геоданные, пользовательские типы).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018309"/>
            <a:ext cx="4722763" cy="829196"/>
          </a:xfrm>
          <a:prstGeom prst="roundRect">
            <a:avLst>
              <a:gd name="adj" fmla="val 2565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238128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195489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Часто выбирают для проектов с требованием к надежности, расширениям и нестандартным типам данных.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5795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MongoDB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21354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Документо-ориентированная NoSQL база данных, оптимальная для работы с неструктурированными и полуструктурированными данными. Обеспечивает гибкую модель данных, горизонтальное масштабирование и простоту разработки.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280270"/>
            <a:ext cx="4722763" cy="1081757"/>
          </a:xfrm>
          <a:prstGeom prst="roundRect">
            <a:avLst>
              <a:gd name="adj" fmla="val 1966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56927" y="24410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Плюсы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2747590"/>
            <a:ext cx="44011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Гибкая схема, быстрая разработка, горизонтальное масштабирование.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3503786"/>
            <a:ext cx="4722763" cy="1081757"/>
          </a:xfrm>
          <a:prstGeom prst="roundRect">
            <a:avLst>
              <a:gd name="adj" fmla="val 1966"/>
            </a:avLst>
          </a:prstGeom>
          <a:solidFill>
            <a:srgbClr val="212326"/>
          </a:solidFill>
          <a:ln w="1905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656927" y="36645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Минусы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6927" y="3971106"/>
            <a:ext cx="44011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Требует продуманной модели данных для сложных транзакций и аналитики.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63" y="1544054"/>
            <a:ext cx="3383280" cy="19171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32256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SAP HANA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899892" y="1907307"/>
            <a:ext cx="47526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In-memory платформа от SAP, спроектированная для обработки больших объёмов данных в реальном времени. Комбинирует транзакционную и аналитическую работу (HTAP), подходит для аналитики, отчетности и оперативной обработки.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899892" y="2974032"/>
            <a:ext cx="4752677" cy="829196"/>
          </a:xfrm>
          <a:prstGeom prst="roundRect">
            <a:avLst>
              <a:gd name="adj" fmla="val 2565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51" y="3193852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0590" y="3151212"/>
            <a:ext cx="415022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Часто используется совместно с продуктами SAP ERP/BI в крупных предприятиях.</a:t>
            </a:r>
            <a:endParaRPr lang="en-US" sz="11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C1B734-A625-FCCF-B25A-07DE3F4A7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787" y="4714815"/>
            <a:ext cx="1705213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63" y="1544054"/>
            <a:ext cx="3383280" cy="19171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32256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IBM Db2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899892" y="1907307"/>
            <a:ext cx="47526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Семейство реляционных СУБД от IBM, ориентированное на корпоративную надежность, производительность и безопасность. Поддерживает большие транзакционные нагрузки и интеграцию с мейнфреймами и аналитическими системами.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899892" y="2974032"/>
            <a:ext cx="4752677" cy="829196"/>
          </a:xfrm>
          <a:prstGeom prst="roundRect">
            <a:avLst>
              <a:gd name="adj" fmla="val 2565"/>
            </a:avLst>
          </a:prstGeom>
          <a:solidFill>
            <a:srgbClr val="391F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51" y="3193852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0590" y="3151212"/>
            <a:ext cx="415022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Часто встречается в банковских и страховых системах, где критичны SLA и безопасность.</a:t>
            </a:r>
            <a:endParaRPr lang="en-US" sz="11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E4530D9-889E-8B95-2B94-53E177055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787" y="4699008"/>
            <a:ext cx="1705213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9578"/>
            <a:ext cx="62382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Заключение: Как выбрать СУБД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96082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Ключевые критерии выбора: характер данных (реляционные или документы), требования к масштабированию, задержкам и доступности, бюджет и экосистема (инструменты, поддержка). Ни одна СУБД не универсальна — важно подобрать инструмент под задачу.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94" y="2233629"/>
            <a:ext cx="2622724" cy="141759"/>
          </a:xfrm>
          <a:prstGeom prst="roundRect">
            <a:avLst>
              <a:gd name="adj" fmla="val 15001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37877" y="2621384"/>
            <a:ext cx="20268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1. Оцените требования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953" y="3047479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Транзакции, аналитика, масштабируемость, тип данных.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233628"/>
            <a:ext cx="2622724" cy="141759"/>
          </a:xfrm>
          <a:prstGeom prst="roundRect">
            <a:avLst>
              <a:gd name="adj" fmla="val 15001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402360" y="2621384"/>
            <a:ext cx="22452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2. Проверьте экосистему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2360" y="3047479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Инструменты администрирования, драйверы, сообщество.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235994"/>
            <a:ext cx="2622724" cy="141759"/>
          </a:xfrm>
          <a:prstGeom prst="roundRect">
            <a:avLst>
              <a:gd name="adj" fmla="val 15001"/>
            </a:avLst>
          </a:prstGeom>
          <a:solidFill>
            <a:srgbClr val="4042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166842" y="2519511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3. Тестируйте и планируйте миграцию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66842" y="3047479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Прототипы под реальную нагрузку и сценарии отказа.</a:t>
            </a:r>
            <a:endParaRPr lang="en-US" sz="11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96EF533-B0C0-F4ED-DF36-78EB3EE31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787" y="4686099"/>
            <a:ext cx="1705213" cy="428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488</Words>
  <Application>Microsoft Office PowerPoint</Application>
  <PresentationFormat>Экран (16:9)</PresentationFormat>
  <Paragraphs>55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Manrope</vt:lpstr>
      <vt:lpstr>Prata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Ivan Krotov</cp:lastModifiedBy>
  <cp:revision>2</cp:revision>
  <dcterms:created xsi:type="dcterms:W3CDTF">2026-05-24T12:44:50Z</dcterms:created>
  <dcterms:modified xsi:type="dcterms:W3CDTF">2026-05-24T12:58:10Z</dcterms:modified>
</cp:coreProperties>
</file>